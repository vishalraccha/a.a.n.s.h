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5B3A-4637-A960-A032-7F5AA6213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4B8C8-E2D9-6377-CBBE-4DC3D22AA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1575-C24A-108D-FB0C-0A84D7DB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0FE8F-E614-B1E6-F446-EA8EBB1C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E901-7195-FCD7-56EA-5BE73B5E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57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EDDD-8038-D72E-4C88-082E1982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6780-78F5-AC19-C4BB-1D3128654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4F37D-084D-587F-3D46-2BE6E796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7A7A-3B67-DB54-6B25-6BC77876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97E4F-63FD-8DC3-B9A2-119F1814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54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9842-E8CC-A6F9-DD28-D9FCBDC8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777D3-9B52-3AA5-C26B-C87EFA3F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7C300-CB0F-95B9-6BD6-4A61D776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AD644-DE4F-232C-63AC-DEF35D5C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473C8-DF13-8722-7C0A-F280A2AB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69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8692-4E85-C55F-FAB3-8232E1D1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25F7C-77CF-9AED-C8C4-F178BFAE3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B13E8-9E4C-4FB5-9C4C-904E14BD3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DF619-EAD7-69DA-F60B-A5B36426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C8F25-D011-B49E-6415-95C6D483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C6EC1-5FE1-FAA4-8D3E-4231EA16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0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D5D9-3F5E-FCFE-9689-71392DB0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4DFF6-4F6E-859A-2D5E-5605C971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C7AA9-03F2-75D7-E68C-838095828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BAE1C-AD35-D8F6-E291-76F7A3F95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A54B-5B46-F19B-D94D-74FC5D415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D453D-1591-72F8-4BEB-80EE07BF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423B9F-5B5A-066E-5847-18D2A1DE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337089-1C88-002B-CF29-6DFD9A14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49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61A1-06CC-5A0F-3A8A-BC6C30B5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B078A-7DF9-949C-8B21-B4D66AFA3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8E432-EA0E-EAD4-AB25-F2D4B8B1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E8678-4E1C-F1B6-E792-F33C8D88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1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B3345-873B-95D7-7250-3A82A5AE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660B18-A7BB-EB82-195F-3E558330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AA87-B2AB-D94E-0358-1A33F059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8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8B27-CF1D-4380-F9F5-8C739265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F4D6B-365F-569A-EE3E-54EFCAABC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76065-86B6-5BA5-9325-2752B3897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4D1F8-475F-0CC9-8A00-AA7744C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70541-BAFA-D124-4305-1FBDB9DE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D2EAF-0E3C-23A9-3D53-9D6C97ED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6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3DB3-8A4B-9B49-3476-0787D8CA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27279-F6CC-ED55-1AAC-87E03C728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68411-921E-24B3-72DB-0DE29B486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0B1F7-5387-294E-CE02-84B733E7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B2451-2021-5F37-0BCE-41124668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7551F-51D2-6301-2EF1-782B8408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22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25DE-6264-14AE-68C2-9B8B8F78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7B3DD-7505-DC90-D67A-0FFA418C7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C57D3-02BE-C02D-78E3-C47E9E06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7A3C6-2353-D963-92FF-E8F7A677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5FDB-CDC2-0051-2864-85838FA5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59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98315-4336-0E02-A208-37F5798934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3F3DF-DE91-2919-CF00-A8D0F3D87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1052-16B6-9581-42B0-4AF07BF7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A0F22-9D5F-E936-D867-630DB2B3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0CD3E-69AA-54C2-02A4-EA544E78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275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E122-62D3-6FD3-AC6C-43044FC0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C0C75-E7C4-1C39-26D8-00CCE8482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AE6E4-04A4-F09B-2966-E7340FC5C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E86C6-5F77-ACF5-B0DB-E240C4B7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5A337-9607-72AD-3ED6-DE811000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5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04A23B-56C8-48BC-1D7A-A9C7FA4C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FF4E3-FBEC-D5DE-73F0-9BE2CA53B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B1E3-9564-5E94-3E36-1795421C3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954F9-CC88-4AAC-A7E7-48861A37EFE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8BBA-DF62-6667-08C9-5126909E3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C4E61-5134-50F7-FCCB-8BC35910C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275E9-FAE7-4ACD-9C91-21A5D3E671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2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E522-AEAE-EFC1-5D69-515A9CB77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E027A-A133-FF83-4780-F3E2B807D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9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0B143-13F5-555B-7AE7-00B74180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08EA0-87AF-3909-E5BF-97F79D8E7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Okay, here's the PowerPoint presentation content based on your request:
**Title: Unlocking the Future: A Concise Overview of AI and Machine Learning**
**Points:**
- Artificial Intelligence (AI) aims to create systems that mimic human cognitive functions like learning and problem-solving.
- Machine Learning (ML) is a subset of AI, enabling systems to learn from data without explicit programming.
- ML algorithms identify patterns in data to make predictions or decisions, improving with experience.
- Deep Learning, a sophisticated ML technique, uses artificial neural networks with multiple layers for complex analysis.
- AI and ML are transforming industries from healthcare and finance to transportation and entertainment.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705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Artificial Intelligence and Machine Learning</vt:lpstr>
      <vt:lpstr>Artificial Intelligence and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Raccha</dc:creator>
  <cp:lastModifiedBy>Vishal Raccha</cp:lastModifiedBy>
  <cp:revision>1</cp:revision>
  <dcterms:created xsi:type="dcterms:W3CDTF">2025-10-04T15:50:09Z</dcterms:created>
  <dcterms:modified xsi:type="dcterms:W3CDTF">2025-10-04T15:50:15Z</dcterms:modified>
</cp:coreProperties>
</file>